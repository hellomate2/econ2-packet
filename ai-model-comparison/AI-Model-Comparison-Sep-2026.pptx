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>
            <p:ph idx="100" type="title" hasCustomPrompt="1"/>
          </p:nvPr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the top three frontier AI models: Claude Opus 5.5, GPT-6 Astra and Kimi K3</a:t>
            </a:r>
            <a:endParaRPr lang="en-US" sz="2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118104"/>
                <a:gridCol w="3118104"/>
                <a:gridCol w="31181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5.5 (Anthropic)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GPT-6 Astra (OpenAI)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Kimi K3 (Moonshot AI)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Coding and agent workflows, plus analyst-type work like research, financial modeling and reports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desktop software, 3D and creative tools (Blender, Unreal Engine 5), and hard math and science problems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High-volume, cost-sensitive work and anything that has to run on our own infrastructure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Weaker 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Can't be self-hosted. Trails Astra on 3D tools and on advanced math and science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far the most expensive of the three, and access is still being rolled out in stages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Clearly behind both closed models on overall capability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Notable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66.4% on Terminal-Bench 4.0 vs. 57.9% for Astra, and ahead on GDPval-AA (per Anthropic). One customer migrated 680K lines of code in under a 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97.6% on FrontierMath Tier 4, and 64.6% on Terminal-Bench-Science vs. 58.7% for Opus. OpenAI rates its cyber capability as "Critical"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open-weight model of the three. Also available through Databricks and Fireworks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1M tokens (input/output)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 / $20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 / $50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 / $15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1M tokens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1.05M tokens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1M tokens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disclosed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disclosed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2.8T (mixture of experts)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Artificial Analysis Intelligence Index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 22,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 3,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16,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4406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Opus 5.5 as the default for most work, since it led on coding and knowledge-work benchmarks and costs about 60% less than Astra. Use Astra for jobs involving desktop software, 3D tools or hard math and science, and Kimi K3 where data has to stay in-house or cost is the main concern.</a:t>
            </a:r>
            <a:endParaRPr lang="en-US" sz="1400"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Anthropic, OpenAI and Moonshot AI launch materials; Artificial Analysis. Data as of September 23, 2026. Opus 5.5 vs. Astra benchmark comparisons are as reported by Anthropic.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Frontier AI model comparison</dc:title>
  <dc:subject/>
  <dc:creator/>
  <cp:lastModifiedBy/>
  <cp:revision>1</cp:revision>
  <dcterms:created xsi:type="dcterms:W3CDTF">2026-09-23T17:58:12Z</dcterms:created>
  <dcterms:modified xsi:type="dcterms:W3CDTF">2026-09-23T17:58:12Z</dcterms:modified>
</cp:coreProperties>
</file>