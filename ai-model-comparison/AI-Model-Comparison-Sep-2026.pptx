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28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of the top three frontier AI models: Claude Opus 5.5, GPT-6 Astra and Kimi K3</a:t>
            </a:r>
            <a:endParaRPr lang="en-US" sz="2100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of September 23, 2026</a:t>
            </a:r>
            <a:endParaRPr lang="en-US" sz="1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75895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057400"/>
                <a:gridCol w="2057400"/>
                <a:gridCol w="2057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 Opus 5.5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Anthropic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GPT-6 Astra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Kimi K3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Moonshot 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 for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Coding and agent workflows, plus analyst-type work like research, financial modeling and reports.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Operating desktop software, 3D and creative tools (Blender, Unreal Engine 5), and hard math and science problems.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High-volume, cost-sensitive work and anything that has to run on our own infrastructure.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Weaker 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Can't be self-hosted. Trails Astra on 3D tools and on advanced math and science.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By far the most expensive of the three, and access is still being rolled out in stages.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Clearly behind both closed models on overall capability.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Notable results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Scored 66.4% on Terminal-Bench 4.0 vs. 57.9% for Astra, and led on GDPval-AA (per Anthropic). One customer migrated 680K lines of code in under a day.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Scored 97.6% on FrontierMath Tier 4 and 64.6% on Terminal-Bench-Science vs. 58.7% for Opus. OpenAI rates its cyber capability as "Critical".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only open-weight model of the three. Also available through Databricks and Fireworks.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per 1M tokens (input / output)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 / $20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 / $50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 / $15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 window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1M tokens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1.05M tokens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1M tokens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Parameters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disclosed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disclosed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2.8T (mixture of experts)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Artificial Analysis Intelligence Index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Released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 22, 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 3, 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16, 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8366760" y="1280160"/>
            <a:ext cx="3364992" cy="438912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6" name="TextBox 5"/>
          <p:cNvSpPr txBox="1"/>
          <p:nvPr/>
        </p:nvSpPr>
        <p:spPr>
          <a:xfrm>
            <a:off x="8549640" y="1417320"/>
            <a:ext cx="2999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8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take</a:t>
            </a:r>
            <a:endParaRPr lang="en-US" sz="1400" dirty="0"/>
          </a:p>
        </p:txBody>
      </p:sp>
      <p:sp>
        <p:nvSpPr>
          <p:cNvPr id="7" name="TextBox 6"/>
          <p:cNvSpPr txBox="1"/>
          <p:nvPr/>
        </p:nvSpPr>
        <p:spPr>
          <a:xfrm>
            <a:off x="8549640" y="1828800"/>
            <a:ext cx="2999232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 5.5 is the best default for most of our work. It led on coding and knowledge-work benchmarks and costs about 60% less than Astra at list price.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Astra is worth paying for when the job involves operating software, 3D tools, or difficult math and science.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Kimi K3 makes sense when data can't leave our environment or cost matters more than top-end performance. We would host it ourselves rather than use Moonshot's API.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head-to-head numbers come from the vendors themselves, so small gaps shouldn't be over-read.</a:t>
            </a:r>
            <a:endParaRPr lang="en-US" sz="1100" dirty="0"/>
          </a:p>
        </p:txBody>
      </p:sp>
      <p:sp>
        <p:nvSpPr>
          <p:cNvPr id="8" name="TextBox 7"/>
          <p:cNvSpPr txBox="1"/>
          <p:nvPr/>
        </p:nvSpPr>
        <p:spPr>
          <a:xfrm>
            <a:off x="457200" y="59893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Anthropic, OpenAI and Moonshot AI launch materials; Artificial Analysis (September 2026). Benchmark comparisons between Opus 5.5 and Astra are as reported by Anthropic.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Frontier AI model comparison</dc:title>
  <dc:subject/>
  <dc:creator/>
  <cp:lastModifiedBy/>
  <cp:revision>1</cp:revision>
  <dcterms:created xsi:type="dcterms:W3CDTF">2026-09-23T17:50:52Z</dcterms:created>
  <dcterms:modified xsi:type="dcterms:W3CDTF">2026-09-23T17:50:52Z</dcterms:modified>
</cp:coreProperties>
</file>